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ние 1" id="{8392A7FB-0671-4853-874C-1F58624D4012}">
          <p14:sldIdLst>
            <p14:sldId id="256"/>
            <p14:sldId id="257"/>
            <p14:sldId id="258"/>
          </p14:sldIdLst>
        </p14:section>
        <p14:section name="Задание 2" id="{716A8D4D-663B-4A43-AFB2-209B13D6A2B8}">
          <p14:sldIdLst>
            <p14:sldId id="259"/>
            <p14:sldId id="260"/>
          </p14:sldIdLst>
        </p14:section>
        <p14:section name="Задание 3" id="{44E4B11B-2468-478A-A844-D6F05A560C79}">
          <p14:sldIdLst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FFDB9-A170-989E-223D-01EFEB031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A2F38C-16C5-0979-D0F0-94DD39CA6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E9192B-54A9-2C3E-300E-145C63AA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DBB522-4235-B11A-B421-2DF0984D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46AE02-42CC-14A8-6D49-A59D15A0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08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9A07B-5674-9B1F-3631-8F933B7DC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222B4D-AAC2-2088-2A9E-7C2AC7575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6DA89C-BAA4-D615-CAB7-96131531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B452B0-DA02-126A-B7E0-7187D0F5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C81477-5513-61CB-FFBC-E68F42E2A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14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1BDF9-AE32-E38F-5AE3-13F46517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4B8B98-D5E5-6826-A447-34168B3A8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2290D1-E5DB-AFB2-E781-F0CCCCC0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B5F5BD-0BEC-321E-4AA7-21B42762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EC3AFE-9756-A156-A649-6E9619D05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7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E79A17-45ED-15A8-FB70-3A4FF9C7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55EC8-A6C0-3800-1E64-772704C5A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ADADFE-A366-8D3E-FD58-E221EC983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BB6D53-1372-A24B-CEE6-670AD2FF5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E3A1C7-68C4-CC34-05CA-31EF331B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FFAF82-FD33-F28F-6847-5526EB33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81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9BE42-590D-2D51-717E-2DDD9A1C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B7AA71-4C06-F377-BF4E-824E2BE91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932D76-1F14-9DB0-B366-894FCB207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1040FC-6B05-08F1-3034-E19620B5A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1AA52BC-8C02-A903-F0D0-C28F8F4214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3D024A1-447B-72C9-E0EB-49D59B66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3AA3C8A-6006-6BB5-1471-C47A1495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15A1C41-B01D-D878-1B21-6FA1F6FC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650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173D6-7C90-2A0A-6B7C-BDC460F1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C5E3C3-0ABF-484F-6924-FA515F974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5870193-866B-8522-6C9D-350E8480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74FE95-8ECE-DB8E-E751-D7B3624E5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008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8AEB0CB-573E-8B6B-B255-25850EFEE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E936A8B-BE41-6710-5D8A-6652E729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C882DD-8F9D-3FFC-3DDF-754AD42B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584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3DDA2-C202-2093-E11E-B81070918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3D6F50-9E38-945A-4F1D-9FAF8DB9E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CB3D44-4BA7-E6E9-8BB7-A9D09A66B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37D31E-5207-FEE0-3358-81D617BD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62524C-BF10-A0C9-9386-56A2673D8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BFC091-EF59-324D-E7EC-14A8B07BD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08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0695E-7B71-3FAB-0B96-61E2B05F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7C0859-D16E-31EE-19DB-9BB2F3FFC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5B6FBC-59DB-C02D-7395-58F68E51D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526649-D468-119A-68A3-ABEC4CDF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E185A1-BE67-F76E-50F0-C2002F5E7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3934A0-D0B1-8A20-9E03-25C81D0D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686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3859C-1A52-202B-0A75-2D443D6A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D650F1-7129-EB47-725B-776A65084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C7386-88E1-083E-01C3-BE28C45A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286443-9815-BD5C-1E4E-17087CB3B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157D5B-C5DA-A5C6-12CD-2FF6E19D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80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4E82594-DBA8-EAB5-E916-FD7AEDF9C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BD365B-A1DB-25F7-A410-EF88F9B24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CD02E8-752D-F933-D8D1-C2BF06B8B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3FB52E-3E77-A030-B67B-C4185887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38A833-0C8E-FF09-9AD3-6CAC7173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2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E1054-72FE-FE91-3109-5DE5F58F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D547FE-945E-86B2-8E3A-4F7C49519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BFDF32-D0E2-81BE-82DE-B34BA2D00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FB0EF-5123-42A7-A7E2-340A3E83E9FC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BC8611-0A36-2790-6366-BD1B8491B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C4CC2D-D78F-193E-4862-12FF87734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9EDBD8-4DB6-4EE7-AC87-644C89A9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98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996E91-FDB9-419B-CAA5-D0141831C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683" y="348401"/>
            <a:ext cx="8570384" cy="616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14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1C18AE-7EE6-8E25-621B-D3F54FC03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0" y="364066"/>
            <a:ext cx="10147680" cy="612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3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5E909E0-CD4C-944E-2057-322F20E53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782" y="328908"/>
            <a:ext cx="7901101" cy="63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96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7F13AB6-3CD6-310A-7B12-E28007A2A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95" y="249636"/>
            <a:ext cx="9926638" cy="615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D3EC3E-8D0A-3B42-2CA8-3176BB4F2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916" y="709565"/>
            <a:ext cx="7219950" cy="543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23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7CC82C-BBBC-E172-C4D0-D521ACD5C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450" y="457200"/>
            <a:ext cx="7824675" cy="546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39C8F3-6455-FFFE-E7D1-70D1D22FF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741" y="110112"/>
            <a:ext cx="8028518" cy="629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5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180CEB-07E3-DFD7-CE00-6A7F56743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216" y="243353"/>
            <a:ext cx="8121650" cy="637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21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BE60CFE-0F49-F710-FEBB-22AF9436C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86" y="232961"/>
            <a:ext cx="8274581" cy="639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6518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Alice Enyagina</dc:creator>
  <cp:lastModifiedBy>Alice Enyagina</cp:lastModifiedBy>
  <cp:revision>1</cp:revision>
  <dcterms:created xsi:type="dcterms:W3CDTF">2026-03-11T19:26:48Z</dcterms:created>
  <dcterms:modified xsi:type="dcterms:W3CDTF">2026-03-11T19:27:05Z</dcterms:modified>
</cp:coreProperties>
</file>